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Images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Two Images Here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7432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28800"/>
            <a:ext cx="3657600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images on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